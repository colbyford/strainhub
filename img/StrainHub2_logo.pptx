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5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AC56-19E1-F3F3-CF4E-D9B9C69ED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D8C54-0F04-143A-3C0F-1DAB0F21C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9F118-740C-2C5F-1ECF-4154AFC2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F1599-B5F6-A5A2-E2D2-E8764566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C42F8-3067-3BD2-157C-D4BA65CE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7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C77B-C66C-4D84-AD86-103A57D2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48B21-A227-2F27-D9CE-42E532A1C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4847D-0D2B-63E6-3EF2-785706A4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03CB9-B85A-0BE6-A786-7CFB91E9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BD9B1-CF11-46D9-AE2F-6544525F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45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8799-5C6C-6BD9-7446-6E53BA8D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26D0B-08F7-CA7C-8961-8FFC3A97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C0908-BE4E-F356-6E29-443BABCE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D12B9-6D83-AFD4-52F5-2F72128CB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64195-D150-56E1-CD0A-82B460F5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8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6429-5CA8-6983-901D-0897B01E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82E4B-E846-BC29-5A80-827F9583B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FA6C4-C687-B746-FD82-67DBB437F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F210B-8984-F064-1B7A-67FCE8D4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D3B4-C5FC-1734-D83F-8BAD2A43D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30FAA-9008-618E-5179-3CF09C20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2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8C1C-DFE4-E949-E3A3-1DEF5C47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CEB48-40D8-ED72-8EB6-919F051D0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44569-95AC-4D6D-D7F5-2AEE335CC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6AA1D-8F8B-B096-2079-B35BECE13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A2713-624A-A6C8-AE51-B4EE99652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16F83-8CE9-BB97-981B-833EBCD4F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C72CD-D745-9589-2BF9-125D4F72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040A1-2899-936C-7C68-ACF535D2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9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2286-0C54-7313-40D6-6456FB99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7A8CA-B95C-9454-17DC-121648539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BC100-BD2A-8337-5211-DEA19F4B0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14C06-A0FE-141A-3DEE-D1EA5EA6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736C7-FA74-55C5-3CF7-DD4158ED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91B98-B446-AC44-E443-AE769672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87681-1267-E29F-1AD0-254E7D30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6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B49E-AA2C-8AB8-BB6A-C10107E1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5DA49-0193-B193-5114-9871504D2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A57C2-A72D-0588-FC12-D849E9725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F91D7-CEBD-8192-D10C-3F83E056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3C953-C23B-6845-C99F-952694B7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68ACC-81BF-2248-393F-6F6F0255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3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BC2A-B7B1-95F5-69FC-C3C896EF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3EB11-74C2-FF8E-8E16-92B12C604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FFA38-B3C4-E1F0-734E-2B6471238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4F9F5-23AA-36A0-5124-91E5874A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1E072-2829-625A-3088-D9485376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AEFC4-CAAA-56B3-8A60-BEC39764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6DFF-8574-5B37-287F-8096943F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1CEF-27E8-F2F1-29CF-DDECBCDFC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AEDEA-1E95-B899-85A7-62708C7E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3FBAD-E257-3ABB-6E9A-8AA39AF1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98015-1F1E-AC52-77E9-FE7585AE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B9775-9822-4C05-452E-320AAC5AD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97F79-FE4E-6BF3-419E-6335641B9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11C45-B6E8-07A2-ACBD-424E520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3C072-1959-6203-BD88-B2FB3BD9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AE360-A3E8-1A06-49CC-D1FA410D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7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49E831-C66E-9077-CB5D-F56A5CF1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29EB4-4A44-DD78-1BF0-83D759E56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0BD46-71B8-D975-B3CE-FA52196E1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112D0-35CF-4AEF-B805-83288041FFCA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2C413-0E4A-80D7-65BD-2B7829934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C5746-0429-ED3D-EABF-3922E8D26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074EB-3858-4868-8654-778FD0AC9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9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267930E9-66DF-74F2-102F-3946C0E62857}"/>
              </a:ext>
            </a:extLst>
          </p:cNvPr>
          <p:cNvSpPr/>
          <p:nvPr/>
        </p:nvSpPr>
        <p:spPr>
          <a:xfrm>
            <a:off x="4628106" y="5559806"/>
            <a:ext cx="3404925" cy="671322"/>
          </a:xfrm>
          <a:custGeom>
            <a:avLst/>
            <a:gdLst/>
            <a:ahLst/>
            <a:cxnLst/>
            <a:rect l="l" t="t" r="r" b="b"/>
            <a:pathLst>
              <a:path w="3404925" h="671322">
                <a:moveTo>
                  <a:pt x="1376172" y="379476"/>
                </a:moveTo>
                <a:cubicBezTo>
                  <a:pt x="1354836" y="379984"/>
                  <a:pt x="1335151" y="387985"/>
                  <a:pt x="1317117" y="403479"/>
                </a:cubicBezTo>
                <a:cubicBezTo>
                  <a:pt x="1299083" y="418973"/>
                  <a:pt x="1284732" y="439420"/>
                  <a:pt x="1274064" y="464820"/>
                </a:cubicBezTo>
                <a:cubicBezTo>
                  <a:pt x="1263396" y="490220"/>
                  <a:pt x="1258062" y="517144"/>
                  <a:pt x="1258062" y="545592"/>
                </a:cubicBezTo>
                <a:cubicBezTo>
                  <a:pt x="1258062" y="561340"/>
                  <a:pt x="1261237" y="573024"/>
                  <a:pt x="1267587" y="580644"/>
                </a:cubicBezTo>
                <a:cubicBezTo>
                  <a:pt x="1273937" y="588264"/>
                  <a:pt x="1282700" y="592074"/>
                  <a:pt x="1293876" y="592074"/>
                </a:cubicBezTo>
                <a:cubicBezTo>
                  <a:pt x="1305052" y="592074"/>
                  <a:pt x="1315720" y="585470"/>
                  <a:pt x="1325880" y="572262"/>
                </a:cubicBezTo>
                <a:cubicBezTo>
                  <a:pt x="1336040" y="559054"/>
                  <a:pt x="1343406" y="541528"/>
                  <a:pt x="1347978" y="519684"/>
                </a:cubicBezTo>
                <a:close/>
                <a:moveTo>
                  <a:pt x="3231440" y="333869"/>
                </a:moveTo>
                <a:cubicBezTo>
                  <a:pt x="3211243" y="333869"/>
                  <a:pt x="3193621" y="338535"/>
                  <a:pt x="3178575" y="347865"/>
                </a:cubicBezTo>
                <a:cubicBezTo>
                  <a:pt x="3163530" y="357196"/>
                  <a:pt x="3149947" y="369906"/>
                  <a:pt x="3137827" y="385995"/>
                </a:cubicBezTo>
                <a:lnTo>
                  <a:pt x="3137827" y="564243"/>
                </a:lnTo>
                <a:cubicBezTo>
                  <a:pt x="3148328" y="578388"/>
                  <a:pt x="3160289" y="588558"/>
                  <a:pt x="3173709" y="594753"/>
                </a:cubicBezTo>
                <a:cubicBezTo>
                  <a:pt x="3187129" y="600948"/>
                  <a:pt x="3202015" y="604046"/>
                  <a:pt x="3218366" y="604046"/>
                </a:cubicBezTo>
                <a:cubicBezTo>
                  <a:pt x="3251331" y="604046"/>
                  <a:pt x="3276669" y="592276"/>
                  <a:pt x="3294382" y="568735"/>
                </a:cubicBezTo>
                <a:cubicBezTo>
                  <a:pt x="3312094" y="545194"/>
                  <a:pt x="3320950" y="509318"/>
                  <a:pt x="3320950" y="461105"/>
                </a:cubicBezTo>
                <a:cubicBezTo>
                  <a:pt x="3320950" y="416624"/>
                  <a:pt x="3313170" y="384297"/>
                  <a:pt x="3297608" y="364126"/>
                </a:cubicBezTo>
                <a:cubicBezTo>
                  <a:pt x="3282047" y="343955"/>
                  <a:pt x="3259991" y="333869"/>
                  <a:pt x="3231440" y="333869"/>
                </a:cubicBezTo>
                <a:close/>
                <a:moveTo>
                  <a:pt x="2661457" y="271939"/>
                </a:moveTo>
                <a:lnTo>
                  <a:pt x="2743188" y="271939"/>
                </a:lnTo>
                <a:lnTo>
                  <a:pt x="2743188" y="520506"/>
                </a:lnTo>
                <a:cubicBezTo>
                  <a:pt x="2743188" y="547557"/>
                  <a:pt x="2749051" y="568118"/>
                  <a:pt x="2760776" y="582189"/>
                </a:cubicBezTo>
                <a:cubicBezTo>
                  <a:pt x="2772502" y="596260"/>
                  <a:pt x="2790625" y="603296"/>
                  <a:pt x="2815143" y="603296"/>
                </a:cubicBezTo>
                <a:cubicBezTo>
                  <a:pt x="2833459" y="603296"/>
                  <a:pt x="2850630" y="598909"/>
                  <a:pt x="2866655" y="590136"/>
                </a:cubicBezTo>
                <a:cubicBezTo>
                  <a:pt x="2882681" y="581364"/>
                  <a:pt x="2897090" y="569700"/>
                  <a:pt x="2909881" y="555147"/>
                </a:cubicBezTo>
                <a:lnTo>
                  <a:pt x="2909881" y="271939"/>
                </a:lnTo>
                <a:lnTo>
                  <a:pt x="2991612" y="271939"/>
                </a:lnTo>
                <a:lnTo>
                  <a:pt x="2991612" y="665226"/>
                </a:lnTo>
                <a:lnTo>
                  <a:pt x="2944398" y="665226"/>
                </a:lnTo>
                <a:cubicBezTo>
                  <a:pt x="2931019" y="665226"/>
                  <a:pt x="2922508" y="658477"/>
                  <a:pt x="2918864" y="644980"/>
                </a:cubicBezTo>
                <a:lnTo>
                  <a:pt x="2915715" y="610684"/>
                </a:lnTo>
                <a:cubicBezTo>
                  <a:pt x="2906016" y="627940"/>
                  <a:pt x="2890531" y="642340"/>
                  <a:pt x="2869260" y="653885"/>
                </a:cubicBezTo>
                <a:cubicBezTo>
                  <a:pt x="2847990" y="665430"/>
                  <a:pt x="2823474" y="671203"/>
                  <a:pt x="2795712" y="671203"/>
                </a:cubicBezTo>
                <a:cubicBezTo>
                  <a:pt x="2773896" y="671203"/>
                  <a:pt x="2754587" y="667566"/>
                  <a:pt x="2737785" y="660291"/>
                </a:cubicBezTo>
                <a:cubicBezTo>
                  <a:pt x="2720983" y="653016"/>
                  <a:pt x="2706852" y="642714"/>
                  <a:pt x="2695390" y="629385"/>
                </a:cubicBezTo>
                <a:cubicBezTo>
                  <a:pt x="2683928" y="616056"/>
                  <a:pt x="2675408" y="600178"/>
                  <a:pt x="2669827" y="581751"/>
                </a:cubicBezTo>
                <a:cubicBezTo>
                  <a:pt x="2664247" y="563325"/>
                  <a:pt x="2661457" y="542909"/>
                  <a:pt x="2661457" y="520506"/>
                </a:cubicBezTo>
                <a:close/>
                <a:moveTo>
                  <a:pt x="1643634" y="140970"/>
                </a:moveTo>
                <a:cubicBezTo>
                  <a:pt x="1662430" y="140970"/>
                  <a:pt x="1677670" y="145542"/>
                  <a:pt x="1689354" y="154686"/>
                </a:cubicBezTo>
                <a:cubicBezTo>
                  <a:pt x="1701038" y="163830"/>
                  <a:pt x="1706880" y="176784"/>
                  <a:pt x="1706880" y="193548"/>
                </a:cubicBezTo>
                <a:cubicBezTo>
                  <a:pt x="1706880" y="213868"/>
                  <a:pt x="1700276" y="229997"/>
                  <a:pt x="1687068" y="241935"/>
                </a:cubicBezTo>
                <a:cubicBezTo>
                  <a:pt x="1673860" y="253873"/>
                  <a:pt x="1656334" y="259842"/>
                  <a:pt x="1634490" y="259842"/>
                </a:cubicBezTo>
                <a:cubicBezTo>
                  <a:pt x="1613154" y="259842"/>
                  <a:pt x="1597152" y="254889"/>
                  <a:pt x="1586484" y="244983"/>
                </a:cubicBezTo>
                <a:cubicBezTo>
                  <a:pt x="1575816" y="235077"/>
                  <a:pt x="1570482" y="221234"/>
                  <a:pt x="1570482" y="203454"/>
                </a:cubicBezTo>
                <a:cubicBezTo>
                  <a:pt x="1570482" y="185674"/>
                  <a:pt x="1577467" y="170815"/>
                  <a:pt x="1591437" y="158877"/>
                </a:cubicBezTo>
                <a:cubicBezTo>
                  <a:pt x="1605407" y="146939"/>
                  <a:pt x="1622806" y="140970"/>
                  <a:pt x="1643634" y="140970"/>
                </a:cubicBezTo>
                <a:close/>
                <a:moveTo>
                  <a:pt x="3055715" y="100096"/>
                </a:moveTo>
                <a:lnTo>
                  <a:pt x="3137827" y="100096"/>
                </a:lnTo>
                <a:lnTo>
                  <a:pt x="3137827" y="326101"/>
                </a:lnTo>
                <a:cubicBezTo>
                  <a:pt x="3145367" y="308995"/>
                  <a:pt x="3159651" y="294696"/>
                  <a:pt x="3180680" y="283202"/>
                </a:cubicBezTo>
                <a:cubicBezTo>
                  <a:pt x="3201708" y="271709"/>
                  <a:pt x="3225976" y="265962"/>
                  <a:pt x="3253484" y="265962"/>
                </a:cubicBezTo>
                <a:cubicBezTo>
                  <a:pt x="3276681" y="265962"/>
                  <a:pt x="3297767" y="270474"/>
                  <a:pt x="3316742" y="279496"/>
                </a:cubicBezTo>
                <a:cubicBezTo>
                  <a:pt x="3335716" y="288519"/>
                  <a:pt x="3351737" y="301459"/>
                  <a:pt x="3364804" y="318317"/>
                </a:cubicBezTo>
                <a:cubicBezTo>
                  <a:pt x="3377871" y="335174"/>
                  <a:pt x="3387825" y="355477"/>
                  <a:pt x="3394665" y="379226"/>
                </a:cubicBezTo>
                <a:cubicBezTo>
                  <a:pt x="3401505" y="402975"/>
                  <a:pt x="3404925" y="429397"/>
                  <a:pt x="3404925" y="458492"/>
                </a:cubicBezTo>
                <a:cubicBezTo>
                  <a:pt x="3404925" y="489833"/>
                  <a:pt x="3401063" y="518507"/>
                  <a:pt x="3393338" y="544512"/>
                </a:cubicBezTo>
                <a:cubicBezTo>
                  <a:pt x="3385612" y="570517"/>
                  <a:pt x="3374379" y="592848"/>
                  <a:pt x="3359637" y="611505"/>
                </a:cubicBezTo>
                <a:cubicBezTo>
                  <a:pt x="3344895" y="630162"/>
                  <a:pt x="3326941" y="644652"/>
                  <a:pt x="3305776" y="654975"/>
                </a:cubicBezTo>
                <a:cubicBezTo>
                  <a:pt x="3284611" y="665297"/>
                  <a:pt x="3260828" y="670459"/>
                  <a:pt x="3234428" y="670459"/>
                </a:cubicBezTo>
                <a:cubicBezTo>
                  <a:pt x="3208079" y="670459"/>
                  <a:pt x="3185864" y="665509"/>
                  <a:pt x="3167782" y="655609"/>
                </a:cubicBezTo>
                <a:cubicBezTo>
                  <a:pt x="3149701" y="645709"/>
                  <a:pt x="3137912" y="632726"/>
                  <a:pt x="3132415" y="616661"/>
                </a:cubicBezTo>
                <a:lnTo>
                  <a:pt x="3130926" y="644759"/>
                </a:lnTo>
                <a:cubicBezTo>
                  <a:pt x="3128057" y="658404"/>
                  <a:pt x="3119848" y="665226"/>
                  <a:pt x="3106299" y="665226"/>
                </a:cubicBezTo>
                <a:lnTo>
                  <a:pt x="3055715" y="665226"/>
                </a:lnTo>
                <a:close/>
                <a:moveTo>
                  <a:pt x="741045" y="73152"/>
                </a:moveTo>
                <a:cubicBezTo>
                  <a:pt x="733425" y="73152"/>
                  <a:pt x="724916" y="82677"/>
                  <a:pt x="715518" y="101727"/>
                </a:cubicBezTo>
                <a:cubicBezTo>
                  <a:pt x="706120" y="120777"/>
                  <a:pt x="697230" y="147193"/>
                  <a:pt x="688848" y="180975"/>
                </a:cubicBezTo>
                <a:cubicBezTo>
                  <a:pt x="680466" y="214757"/>
                  <a:pt x="673481" y="252222"/>
                  <a:pt x="667893" y="293370"/>
                </a:cubicBezTo>
                <a:cubicBezTo>
                  <a:pt x="697865" y="267462"/>
                  <a:pt x="720344" y="238379"/>
                  <a:pt x="735330" y="206121"/>
                </a:cubicBezTo>
                <a:cubicBezTo>
                  <a:pt x="750316" y="173863"/>
                  <a:pt x="757809" y="144526"/>
                  <a:pt x="757809" y="118110"/>
                </a:cubicBezTo>
                <a:cubicBezTo>
                  <a:pt x="757809" y="88138"/>
                  <a:pt x="752221" y="73152"/>
                  <a:pt x="741045" y="73152"/>
                </a:cubicBezTo>
                <a:close/>
                <a:moveTo>
                  <a:pt x="297942" y="18288"/>
                </a:moveTo>
                <a:cubicBezTo>
                  <a:pt x="335026" y="18288"/>
                  <a:pt x="369061" y="23749"/>
                  <a:pt x="400050" y="34671"/>
                </a:cubicBezTo>
                <a:cubicBezTo>
                  <a:pt x="431038" y="45593"/>
                  <a:pt x="455803" y="62230"/>
                  <a:pt x="474345" y="84582"/>
                </a:cubicBezTo>
                <a:cubicBezTo>
                  <a:pt x="492886" y="106934"/>
                  <a:pt x="502158" y="134366"/>
                  <a:pt x="502158" y="166878"/>
                </a:cubicBezTo>
                <a:cubicBezTo>
                  <a:pt x="502158" y="198882"/>
                  <a:pt x="497332" y="223012"/>
                  <a:pt x="487680" y="239268"/>
                </a:cubicBezTo>
                <a:cubicBezTo>
                  <a:pt x="478028" y="255524"/>
                  <a:pt x="463804" y="263652"/>
                  <a:pt x="445008" y="263652"/>
                </a:cubicBezTo>
                <a:cubicBezTo>
                  <a:pt x="431800" y="263652"/>
                  <a:pt x="420751" y="259588"/>
                  <a:pt x="411861" y="251460"/>
                </a:cubicBezTo>
                <a:cubicBezTo>
                  <a:pt x="402971" y="243332"/>
                  <a:pt x="398526" y="233680"/>
                  <a:pt x="398526" y="222504"/>
                </a:cubicBezTo>
                <a:cubicBezTo>
                  <a:pt x="398526" y="212852"/>
                  <a:pt x="399288" y="203962"/>
                  <a:pt x="400812" y="195834"/>
                </a:cubicBezTo>
                <a:cubicBezTo>
                  <a:pt x="402336" y="180594"/>
                  <a:pt x="403098" y="170942"/>
                  <a:pt x="403098" y="166878"/>
                </a:cubicBezTo>
                <a:cubicBezTo>
                  <a:pt x="403098" y="145542"/>
                  <a:pt x="392684" y="129286"/>
                  <a:pt x="371856" y="118110"/>
                </a:cubicBezTo>
                <a:cubicBezTo>
                  <a:pt x="351028" y="106934"/>
                  <a:pt x="325120" y="101346"/>
                  <a:pt x="294132" y="101346"/>
                </a:cubicBezTo>
                <a:cubicBezTo>
                  <a:pt x="250444" y="101346"/>
                  <a:pt x="217043" y="109347"/>
                  <a:pt x="193929" y="125349"/>
                </a:cubicBezTo>
                <a:cubicBezTo>
                  <a:pt x="170815" y="141351"/>
                  <a:pt x="159258" y="163830"/>
                  <a:pt x="159258" y="192786"/>
                </a:cubicBezTo>
                <a:cubicBezTo>
                  <a:pt x="159258" y="212090"/>
                  <a:pt x="165227" y="228600"/>
                  <a:pt x="177165" y="242316"/>
                </a:cubicBezTo>
                <a:cubicBezTo>
                  <a:pt x="189103" y="256032"/>
                  <a:pt x="203962" y="267462"/>
                  <a:pt x="221742" y="276606"/>
                </a:cubicBezTo>
                <a:cubicBezTo>
                  <a:pt x="239522" y="285750"/>
                  <a:pt x="264414" y="296672"/>
                  <a:pt x="296418" y="309372"/>
                </a:cubicBezTo>
                <a:cubicBezTo>
                  <a:pt x="335026" y="325120"/>
                  <a:pt x="366014" y="339344"/>
                  <a:pt x="389382" y="352044"/>
                </a:cubicBezTo>
                <a:cubicBezTo>
                  <a:pt x="412750" y="364744"/>
                  <a:pt x="432689" y="382016"/>
                  <a:pt x="449199" y="403860"/>
                </a:cubicBezTo>
                <a:cubicBezTo>
                  <a:pt x="465709" y="425704"/>
                  <a:pt x="473964" y="452628"/>
                  <a:pt x="473964" y="484632"/>
                </a:cubicBezTo>
                <a:cubicBezTo>
                  <a:pt x="473964" y="544576"/>
                  <a:pt x="451231" y="590677"/>
                  <a:pt x="405765" y="622935"/>
                </a:cubicBezTo>
                <a:cubicBezTo>
                  <a:pt x="360299" y="655193"/>
                  <a:pt x="299466" y="671322"/>
                  <a:pt x="223266" y="671322"/>
                </a:cubicBezTo>
                <a:cubicBezTo>
                  <a:pt x="155702" y="671322"/>
                  <a:pt x="101600" y="658495"/>
                  <a:pt x="60960" y="632841"/>
                </a:cubicBezTo>
                <a:cubicBezTo>
                  <a:pt x="20320" y="607187"/>
                  <a:pt x="0" y="567944"/>
                  <a:pt x="0" y="515112"/>
                </a:cubicBezTo>
                <a:cubicBezTo>
                  <a:pt x="0" y="487172"/>
                  <a:pt x="4826" y="465836"/>
                  <a:pt x="14478" y="451104"/>
                </a:cubicBezTo>
                <a:cubicBezTo>
                  <a:pt x="24130" y="436372"/>
                  <a:pt x="38354" y="429006"/>
                  <a:pt x="57150" y="429006"/>
                </a:cubicBezTo>
                <a:cubicBezTo>
                  <a:pt x="70866" y="429006"/>
                  <a:pt x="82042" y="432562"/>
                  <a:pt x="90678" y="439674"/>
                </a:cubicBezTo>
                <a:cubicBezTo>
                  <a:pt x="99314" y="446786"/>
                  <a:pt x="103632" y="455930"/>
                  <a:pt x="103632" y="467106"/>
                </a:cubicBezTo>
                <a:cubicBezTo>
                  <a:pt x="103632" y="477266"/>
                  <a:pt x="102870" y="486156"/>
                  <a:pt x="101346" y="493776"/>
                </a:cubicBezTo>
                <a:cubicBezTo>
                  <a:pt x="101346" y="495808"/>
                  <a:pt x="100965" y="499364"/>
                  <a:pt x="100203" y="504444"/>
                </a:cubicBezTo>
                <a:cubicBezTo>
                  <a:pt x="99441" y="509524"/>
                  <a:pt x="99060" y="514858"/>
                  <a:pt x="99060" y="520446"/>
                </a:cubicBezTo>
                <a:cubicBezTo>
                  <a:pt x="99060" y="543306"/>
                  <a:pt x="110617" y="560324"/>
                  <a:pt x="133731" y="571500"/>
                </a:cubicBezTo>
                <a:cubicBezTo>
                  <a:pt x="156845" y="582676"/>
                  <a:pt x="189230" y="588264"/>
                  <a:pt x="230886" y="588264"/>
                </a:cubicBezTo>
                <a:cubicBezTo>
                  <a:pt x="274066" y="588264"/>
                  <a:pt x="307848" y="580517"/>
                  <a:pt x="332232" y="565023"/>
                </a:cubicBezTo>
                <a:cubicBezTo>
                  <a:pt x="356616" y="549529"/>
                  <a:pt x="368808" y="527812"/>
                  <a:pt x="368808" y="499872"/>
                </a:cubicBezTo>
                <a:cubicBezTo>
                  <a:pt x="368808" y="482600"/>
                  <a:pt x="363220" y="467741"/>
                  <a:pt x="352044" y="455295"/>
                </a:cubicBezTo>
                <a:cubicBezTo>
                  <a:pt x="340868" y="442849"/>
                  <a:pt x="326898" y="432435"/>
                  <a:pt x="310134" y="424053"/>
                </a:cubicBezTo>
                <a:cubicBezTo>
                  <a:pt x="293370" y="415671"/>
                  <a:pt x="269748" y="405384"/>
                  <a:pt x="239268" y="393192"/>
                </a:cubicBezTo>
                <a:cubicBezTo>
                  <a:pt x="200152" y="377952"/>
                  <a:pt x="168275" y="363474"/>
                  <a:pt x="143637" y="349758"/>
                </a:cubicBezTo>
                <a:cubicBezTo>
                  <a:pt x="118999" y="336042"/>
                  <a:pt x="97917" y="317373"/>
                  <a:pt x="80391" y="293751"/>
                </a:cubicBezTo>
                <a:cubicBezTo>
                  <a:pt x="62865" y="270129"/>
                  <a:pt x="54102" y="240792"/>
                  <a:pt x="54102" y="205740"/>
                </a:cubicBezTo>
                <a:cubicBezTo>
                  <a:pt x="54102" y="169164"/>
                  <a:pt x="63881" y="136652"/>
                  <a:pt x="83439" y="108204"/>
                </a:cubicBezTo>
                <a:cubicBezTo>
                  <a:pt x="102997" y="79756"/>
                  <a:pt x="131191" y="57658"/>
                  <a:pt x="168021" y="41910"/>
                </a:cubicBezTo>
                <a:cubicBezTo>
                  <a:pt x="204851" y="26162"/>
                  <a:pt x="248158" y="18288"/>
                  <a:pt x="297942" y="18288"/>
                </a:cubicBezTo>
                <a:close/>
                <a:moveTo>
                  <a:pt x="761619" y="0"/>
                </a:moveTo>
                <a:cubicBezTo>
                  <a:pt x="782955" y="0"/>
                  <a:pt x="799719" y="9398"/>
                  <a:pt x="811911" y="28194"/>
                </a:cubicBezTo>
                <a:cubicBezTo>
                  <a:pt x="824103" y="46990"/>
                  <a:pt x="830199" y="70612"/>
                  <a:pt x="830199" y="99060"/>
                </a:cubicBezTo>
                <a:cubicBezTo>
                  <a:pt x="830199" y="177800"/>
                  <a:pt x="797179" y="246380"/>
                  <a:pt x="731139" y="304800"/>
                </a:cubicBezTo>
                <a:lnTo>
                  <a:pt x="816483" y="304800"/>
                </a:lnTo>
                <a:cubicBezTo>
                  <a:pt x="824611" y="304800"/>
                  <a:pt x="830453" y="306578"/>
                  <a:pt x="834009" y="310134"/>
                </a:cubicBezTo>
                <a:cubicBezTo>
                  <a:pt x="837565" y="313690"/>
                  <a:pt x="839343" y="320294"/>
                  <a:pt x="839343" y="329946"/>
                </a:cubicBezTo>
                <a:cubicBezTo>
                  <a:pt x="839343" y="364998"/>
                  <a:pt x="810641" y="382524"/>
                  <a:pt x="753237" y="382524"/>
                </a:cubicBezTo>
                <a:lnTo>
                  <a:pt x="660273" y="382524"/>
                </a:lnTo>
                <a:cubicBezTo>
                  <a:pt x="659257" y="407924"/>
                  <a:pt x="658749" y="427736"/>
                  <a:pt x="658749" y="441960"/>
                </a:cubicBezTo>
                <a:cubicBezTo>
                  <a:pt x="658749" y="494792"/>
                  <a:pt x="664972" y="531876"/>
                  <a:pt x="677418" y="553212"/>
                </a:cubicBezTo>
                <a:cubicBezTo>
                  <a:pt x="689864" y="574548"/>
                  <a:pt x="709549" y="585216"/>
                  <a:pt x="736473" y="585216"/>
                </a:cubicBezTo>
                <a:cubicBezTo>
                  <a:pt x="758317" y="585216"/>
                  <a:pt x="777621" y="578612"/>
                  <a:pt x="794385" y="565404"/>
                </a:cubicBezTo>
                <a:cubicBezTo>
                  <a:pt x="802767" y="558800"/>
                  <a:pt x="811911" y="550545"/>
                  <a:pt x="821817" y="540639"/>
                </a:cubicBezTo>
                <a:lnTo>
                  <a:pt x="832157" y="529852"/>
                </a:lnTo>
                <a:lnTo>
                  <a:pt x="838390" y="444437"/>
                </a:lnTo>
                <a:cubicBezTo>
                  <a:pt x="843089" y="413068"/>
                  <a:pt x="850138" y="382524"/>
                  <a:pt x="859536" y="352806"/>
                </a:cubicBezTo>
                <a:cubicBezTo>
                  <a:pt x="864108" y="338074"/>
                  <a:pt x="871601" y="327279"/>
                  <a:pt x="882015" y="320421"/>
                </a:cubicBezTo>
                <a:cubicBezTo>
                  <a:pt x="892429" y="313563"/>
                  <a:pt x="907034" y="310134"/>
                  <a:pt x="925830" y="310134"/>
                </a:cubicBezTo>
                <a:cubicBezTo>
                  <a:pt x="935990" y="310134"/>
                  <a:pt x="943102" y="311404"/>
                  <a:pt x="947166" y="313944"/>
                </a:cubicBezTo>
                <a:cubicBezTo>
                  <a:pt x="951230" y="316484"/>
                  <a:pt x="953262" y="321310"/>
                  <a:pt x="953262" y="328422"/>
                </a:cubicBezTo>
                <a:cubicBezTo>
                  <a:pt x="953262" y="336550"/>
                  <a:pt x="949452" y="354838"/>
                  <a:pt x="941831" y="383286"/>
                </a:cubicBezTo>
                <a:cubicBezTo>
                  <a:pt x="936752" y="403606"/>
                  <a:pt x="932688" y="421386"/>
                  <a:pt x="929639" y="436626"/>
                </a:cubicBezTo>
                <a:cubicBezTo>
                  <a:pt x="926592" y="451866"/>
                  <a:pt x="924052" y="470662"/>
                  <a:pt x="922020" y="493014"/>
                </a:cubicBezTo>
                <a:cubicBezTo>
                  <a:pt x="938784" y="449326"/>
                  <a:pt x="957580" y="413766"/>
                  <a:pt x="978408" y="386334"/>
                </a:cubicBezTo>
                <a:cubicBezTo>
                  <a:pt x="999236" y="358902"/>
                  <a:pt x="1019683" y="339344"/>
                  <a:pt x="1039749" y="327660"/>
                </a:cubicBezTo>
                <a:cubicBezTo>
                  <a:pt x="1059815" y="315976"/>
                  <a:pt x="1078230" y="310134"/>
                  <a:pt x="1094994" y="310134"/>
                </a:cubicBezTo>
                <a:cubicBezTo>
                  <a:pt x="1128014" y="310134"/>
                  <a:pt x="1144523" y="326644"/>
                  <a:pt x="1144523" y="359664"/>
                </a:cubicBezTo>
                <a:cubicBezTo>
                  <a:pt x="1144523" y="366268"/>
                  <a:pt x="1142238" y="382270"/>
                  <a:pt x="1137666" y="407670"/>
                </a:cubicBezTo>
                <a:cubicBezTo>
                  <a:pt x="1133601" y="427990"/>
                  <a:pt x="1131570" y="440690"/>
                  <a:pt x="1131570" y="445770"/>
                </a:cubicBezTo>
                <a:cubicBezTo>
                  <a:pt x="1131570" y="463550"/>
                  <a:pt x="1137920" y="472440"/>
                  <a:pt x="1150620" y="472440"/>
                </a:cubicBezTo>
                <a:cubicBezTo>
                  <a:pt x="1157732" y="472440"/>
                  <a:pt x="1165860" y="469646"/>
                  <a:pt x="1175004" y="464058"/>
                </a:cubicBezTo>
                <a:lnTo>
                  <a:pt x="1179038" y="461138"/>
                </a:lnTo>
                <a:lnTo>
                  <a:pt x="1191006" y="429387"/>
                </a:lnTo>
                <a:cubicBezTo>
                  <a:pt x="1209802" y="393065"/>
                  <a:pt x="1234821" y="363855"/>
                  <a:pt x="1266063" y="341757"/>
                </a:cubicBezTo>
                <a:cubicBezTo>
                  <a:pt x="1297305" y="319659"/>
                  <a:pt x="1330452" y="308610"/>
                  <a:pt x="1365504" y="308610"/>
                </a:cubicBezTo>
                <a:cubicBezTo>
                  <a:pt x="1376680" y="308610"/>
                  <a:pt x="1384173" y="310769"/>
                  <a:pt x="1387983" y="315087"/>
                </a:cubicBezTo>
                <a:cubicBezTo>
                  <a:pt x="1391793" y="319405"/>
                  <a:pt x="1394968" y="327152"/>
                  <a:pt x="1397508" y="338328"/>
                </a:cubicBezTo>
                <a:cubicBezTo>
                  <a:pt x="1408176" y="336296"/>
                  <a:pt x="1419352" y="335280"/>
                  <a:pt x="1431036" y="335280"/>
                </a:cubicBezTo>
                <a:cubicBezTo>
                  <a:pt x="1455928" y="335280"/>
                  <a:pt x="1468374" y="344170"/>
                  <a:pt x="1468374" y="361950"/>
                </a:cubicBezTo>
                <a:cubicBezTo>
                  <a:pt x="1468374" y="372618"/>
                  <a:pt x="1464564" y="398018"/>
                  <a:pt x="1456944" y="438150"/>
                </a:cubicBezTo>
                <a:cubicBezTo>
                  <a:pt x="1445260" y="496570"/>
                  <a:pt x="1439418" y="537210"/>
                  <a:pt x="1439418" y="560070"/>
                </a:cubicBezTo>
                <a:cubicBezTo>
                  <a:pt x="1439418" y="567690"/>
                  <a:pt x="1441323" y="573786"/>
                  <a:pt x="1445133" y="578358"/>
                </a:cubicBezTo>
                <a:cubicBezTo>
                  <a:pt x="1448943" y="582930"/>
                  <a:pt x="1453896" y="585216"/>
                  <a:pt x="1459992" y="585216"/>
                </a:cubicBezTo>
                <a:cubicBezTo>
                  <a:pt x="1469644" y="585216"/>
                  <a:pt x="1481328" y="578993"/>
                  <a:pt x="1495044" y="566547"/>
                </a:cubicBezTo>
                <a:cubicBezTo>
                  <a:pt x="1505331" y="557213"/>
                  <a:pt x="1518332" y="543521"/>
                  <a:pt x="1534049" y="525471"/>
                </a:cubicBezTo>
                <a:lnTo>
                  <a:pt x="1534381" y="525080"/>
                </a:lnTo>
                <a:lnTo>
                  <a:pt x="1534453" y="522661"/>
                </a:lnTo>
                <a:cubicBezTo>
                  <a:pt x="1535549" y="503087"/>
                  <a:pt x="1538287" y="479870"/>
                  <a:pt x="1542669" y="453009"/>
                </a:cubicBezTo>
                <a:cubicBezTo>
                  <a:pt x="1548511" y="417195"/>
                  <a:pt x="1556004" y="383794"/>
                  <a:pt x="1565148" y="352806"/>
                </a:cubicBezTo>
                <a:cubicBezTo>
                  <a:pt x="1569720" y="336550"/>
                  <a:pt x="1575816" y="325374"/>
                  <a:pt x="1583436" y="319278"/>
                </a:cubicBezTo>
                <a:cubicBezTo>
                  <a:pt x="1591056" y="313182"/>
                  <a:pt x="1603248" y="310134"/>
                  <a:pt x="1620012" y="310134"/>
                </a:cubicBezTo>
                <a:cubicBezTo>
                  <a:pt x="1645920" y="310134"/>
                  <a:pt x="1658874" y="318770"/>
                  <a:pt x="1658874" y="336042"/>
                </a:cubicBezTo>
                <a:cubicBezTo>
                  <a:pt x="1658874" y="348742"/>
                  <a:pt x="1654048" y="378206"/>
                  <a:pt x="1644396" y="424434"/>
                </a:cubicBezTo>
                <a:cubicBezTo>
                  <a:pt x="1632204" y="480314"/>
                  <a:pt x="1626108" y="518160"/>
                  <a:pt x="1626108" y="537972"/>
                </a:cubicBezTo>
                <a:cubicBezTo>
                  <a:pt x="1626108" y="553212"/>
                  <a:pt x="1628140" y="564896"/>
                  <a:pt x="1632204" y="573024"/>
                </a:cubicBezTo>
                <a:cubicBezTo>
                  <a:pt x="1636268" y="581152"/>
                  <a:pt x="1643126" y="585216"/>
                  <a:pt x="1652778" y="585216"/>
                </a:cubicBezTo>
                <a:cubicBezTo>
                  <a:pt x="1661922" y="585216"/>
                  <a:pt x="1673352" y="578866"/>
                  <a:pt x="1687068" y="566166"/>
                </a:cubicBezTo>
                <a:cubicBezTo>
                  <a:pt x="1697355" y="556641"/>
                  <a:pt x="1710213" y="542973"/>
                  <a:pt x="1725644" y="525161"/>
                </a:cubicBezTo>
                <a:lnTo>
                  <a:pt x="1728057" y="522318"/>
                </a:lnTo>
                <a:lnTo>
                  <a:pt x="1733740" y="444437"/>
                </a:lnTo>
                <a:cubicBezTo>
                  <a:pt x="1738439" y="413068"/>
                  <a:pt x="1745488" y="382524"/>
                  <a:pt x="1754886" y="352806"/>
                </a:cubicBezTo>
                <a:cubicBezTo>
                  <a:pt x="1759458" y="338074"/>
                  <a:pt x="1766951" y="327279"/>
                  <a:pt x="1777365" y="320421"/>
                </a:cubicBezTo>
                <a:cubicBezTo>
                  <a:pt x="1787779" y="313563"/>
                  <a:pt x="1802384" y="310134"/>
                  <a:pt x="1821180" y="310134"/>
                </a:cubicBezTo>
                <a:cubicBezTo>
                  <a:pt x="1831340" y="310134"/>
                  <a:pt x="1838452" y="311404"/>
                  <a:pt x="1842516" y="313944"/>
                </a:cubicBezTo>
                <a:cubicBezTo>
                  <a:pt x="1846580" y="316484"/>
                  <a:pt x="1848612" y="321310"/>
                  <a:pt x="1848612" y="328422"/>
                </a:cubicBezTo>
                <a:cubicBezTo>
                  <a:pt x="1848612" y="336550"/>
                  <a:pt x="1844802" y="354838"/>
                  <a:pt x="1837182" y="383286"/>
                </a:cubicBezTo>
                <a:cubicBezTo>
                  <a:pt x="1832102" y="403606"/>
                  <a:pt x="1828038" y="421386"/>
                  <a:pt x="1824990" y="436626"/>
                </a:cubicBezTo>
                <a:cubicBezTo>
                  <a:pt x="1821942" y="451866"/>
                  <a:pt x="1819402" y="470662"/>
                  <a:pt x="1817370" y="493014"/>
                </a:cubicBezTo>
                <a:cubicBezTo>
                  <a:pt x="1834134" y="449326"/>
                  <a:pt x="1852930" y="413766"/>
                  <a:pt x="1873758" y="386334"/>
                </a:cubicBezTo>
                <a:cubicBezTo>
                  <a:pt x="1894586" y="358902"/>
                  <a:pt x="1915033" y="339344"/>
                  <a:pt x="1935099" y="327660"/>
                </a:cubicBezTo>
                <a:cubicBezTo>
                  <a:pt x="1955165" y="315976"/>
                  <a:pt x="1973580" y="310134"/>
                  <a:pt x="1990344" y="310134"/>
                </a:cubicBezTo>
                <a:cubicBezTo>
                  <a:pt x="2023364" y="310134"/>
                  <a:pt x="2039874" y="326644"/>
                  <a:pt x="2039874" y="359664"/>
                </a:cubicBezTo>
                <a:cubicBezTo>
                  <a:pt x="2039874" y="379476"/>
                  <a:pt x="2034286" y="415290"/>
                  <a:pt x="2023110" y="467106"/>
                </a:cubicBezTo>
                <a:cubicBezTo>
                  <a:pt x="2013457" y="511302"/>
                  <a:pt x="2008632" y="540512"/>
                  <a:pt x="2008632" y="554736"/>
                </a:cubicBezTo>
                <a:cubicBezTo>
                  <a:pt x="2008632" y="575056"/>
                  <a:pt x="2015998" y="585216"/>
                  <a:pt x="2030730" y="585216"/>
                </a:cubicBezTo>
                <a:cubicBezTo>
                  <a:pt x="2040890" y="585216"/>
                  <a:pt x="2052955" y="578993"/>
                  <a:pt x="2066925" y="566547"/>
                </a:cubicBezTo>
                <a:cubicBezTo>
                  <a:pt x="2080895" y="554101"/>
                  <a:pt x="2099564" y="533908"/>
                  <a:pt x="2122932" y="505968"/>
                </a:cubicBezTo>
                <a:lnTo>
                  <a:pt x="2137957" y="498177"/>
                </a:lnTo>
                <a:lnTo>
                  <a:pt x="2137957" y="115038"/>
                </a:lnTo>
                <a:lnTo>
                  <a:pt x="2225671" y="115038"/>
                </a:lnTo>
                <a:lnTo>
                  <a:pt x="2225671" y="353753"/>
                </a:lnTo>
                <a:lnTo>
                  <a:pt x="2499199" y="353753"/>
                </a:lnTo>
                <a:lnTo>
                  <a:pt x="2499199" y="115038"/>
                </a:lnTo>
                <a:lnTo>
                  <a:pt x="2586913" y="115038"/>
                </a:lnTo>
                <a:lnTo>
                  <a:pt x="2586913" y="665226"/>
                </a:lnTo>
                <a:lnTo>
                  <a:pt x="2499199" y="665226"/>
                </a:lnTo>
                <a:lnTo>
                  <a:pt x="2499199" y="421660"/>
                </a:lnTo>
                <a:lnTo>
                  <a:pt x="2225671" y="421660"/>
                </a:lnTo>
                <a:lnTo>
                  <a:pt x="2225671" y="665226"/>
                </a:lnTo>
                <a:lnTo>
                  <a:pt x="2137957" y="665226"/>
                </a:lnTo>
                <a:lnTo>
                  <a:pt x="2137957" y="588503"/>
                </a:lnTo>
                <a:lnTo>
                  <a:pt x="2079879" y="643128"/>
                </a:lnTo>
                <a:cubicBezTo>
                  <a:pt x="2054733" y="660400"/>
                  <a:pt x="2026158" y="669036"/>
                  <a:pt x="1994154" y="669036"/>
                </a:cubicBezTo>
                <a:cubicBezTo>
                  <a:pt x="1968246" y="669036"/>
                  <a:pt x="1948688" y="661543"/>
                  <a:pt x="1935480" y="646557"/>
                </a:cubicBezTo>
                <a:cubicBezTo>
                  <a:pt x="1922272" y="631571"/>
                  <a:pt x="1915668" y="609854"/>
                  <a:pt x="1915668" y="581406"/>
                </a:cubicBezTo>
                <a:cubicBezTo>
                  <a:pt x="1915668" y="567182"/>
                  <a:pt x="1919224" y="541782"/>
                  <a:pt x="1926336" y="505206"/>
                </a:cubicBezTo>
                <a:cubicBezTo>
                  <a:pt x="1932940" y="473202"/>
                  <a:pt x="1936242" y="451104"/>
                  <a:pt x="1936242" y="438912"/>
                </a:cubicBezTo>
                <a:cubicBezTo>
                  <a:pt x="1936242" y="430784"/>
                  <a:pt x="1933448" y="426720"/>
                  <a:pt x="1927860" y="426720"/>
                </a:cubicBezTo>
                <a:cubicBezTo>
                  <a:pt x="1921256" y="426720"/>
                  <a:pt x="1911985" y="435229"/>
                  <a:pt x="1900047" y="452247"/>
                </a:cubicBezTo>
                <a:cubicBezTo>
                  <a:pt x="1888109" y="469265"/>
                  <a:pt x="1875917" y="491744"/>
                  <a:pt x="1863471" y="519684"/>
                </a:cubicBezTo>
                <a:cubicBezTo>
                  <a:pt x="1851025" y="547624"/>
                  <a:pt x="1840992" y="577088"/>
                  <a:pt x="1833372" y="608076"/>
                </a:cubicBezTo>
                <a:cubicBezTo>
                  <a:pt x="1827784" y="631952"/>
                  <a:pt x="1821307" y="648081"/>
                  <a:pt x="1813941" y="656463"/>
                </a:cubicBezTo>
                <a:cubicBezTo>
                  <a:pt x="1806575" y="664845"/>
                  <a:pt x="1795018" y="669036"/>
                  <a:pt x="1779270" y="669036"/>
                </a:cubicBezTo>
                <a:cubicBezTo>
                  <a:pt x="1759966" y="669036"/>
                  <a:pt x="1746377" y="658876"/>
                  <a:pt x="1738503" y="638556"/>
                </a:cubicBezTo>
                <a:cubicBezTo>
                  <a:pt x="1736534" y="633476"/>
                  <a:pt x="1734812" y="627634"/>
                  <a:pt x="1733336" y="621030"/>
                </a:cubicBezTo>
                <a:lnTo>
                  <a:pt x="1732629" y="616801"/>
                </a:lnTo>
                <a:lnTo>
                  <a:pt x="1732264" y="617173"/>
                </a:lnTo>
                <a:cubicBezTo>
                  <a:pt x="1695783" y="651748"/>
                  <a:pt x="1661160" y="669036"/>
                  <a:pt x="1628394" y="669036"/>
                </a:cubicBezTo>
                <a:cubicBezTo>
                  <a:pt x="1595374" y="669036"/>
                  <a:pt x="1571371" y="657352"/>
                  <a:pt x="1556385" y="633984"/>
                </a:cubicBezTo>
                <a:cubicBezTo>
                  <a:pt x="1552638" y="628142"/>
                  <a:pt x="1549360" y="621824"/>
                  <a:pt x="1546550" y="615029"/>
                </a:cubicBezTo>
                <a:lnTo>
                  <a:pt x="1545810" y="612733"/>
                </a:lnTo>
                <a:lnTo>
                  <a:pt x="1511808" y="642366"/>
                </a:lnTo>
                <a:cubicBezTo>
                  <a:pt x="1488440" y="660146"/>
                  <a:pt x="1465834" y="669036"/>
                  <a:pt x="1443990" y="669036"/>
                </a:cubicBezTo>
                <a:cubicBezTo>
                  <a:pt x="1427226" y="669036"/>
                  <a:pt x="1411859" y="663321"/>
                  <a:pt x="1397889" y="651891"/>
                </a:cubicBezTo>
                <a:cubicBezTo>
                  <a:pt x="1383919" y="640461"/>
                  <a:pt x="1373378" y="624840"/>
                  <a:pt x="1366266" y="605028"/>
                </a:cubicBezTo>
                <a:cubicBezTo>
                  <a:pt x="1339850" y="647700"/>
                  <a:pt x="1306576" y="669036"/>
                  <a:pt x="1266444" y="669036"/>
                </a:cubicBezTo>
                <a:cubicBezTo>
                  <a:pt x="1234948" y="669036"/>
                  <a:pt x="1209802" y="657606"/>
                  <a:pt x="1191006" y="634746"/>
                </a:cubicBezTo>
                <a:cubicBezTo>
                  <a:pt x="1176909" y="617601"/>
                  <a:pt x="1168098" y="596456"/>
                  <a:pt x="1164574" y="571310"/>
                </a:cubicBezTo>
                <a:lnTo>
                  <a:pt x="1163238" y="551232"/>
                </a:lnTo>
                <a:lnTo>
                  <a:pt x="1152810" y="554641"/>
                </a:lnTo>
                <a:cubicBezTo>
                  <a:pt x="1142714" y="557244"/>
                  <a:pt x="1132332" y="558546"/>
                  <a:pt x="1121664" y="558546"/>
                </a:cubicBezTo>
                <a:cubicBezTo>
                  <a:pt x="1094740" y="558546"/>
                  <a:pt x="1074293" y="551688"/>
                  <a:pt x="1060323" y="537972"/>
                </a:cubicBezTo>
                <a:cubicBezTo>
                  <a:pt x="1046353" y="524256"/>
                  <a:pt x="1039368" y="505714"/>
                  <a:pt x="1039368" y="482346"/>
                </a:cubicBezTo>
                <a:cubicBezTo>
                  <a:pt x="1039368" y="474726"/>
                  <a:pt x="1040130" y="467106"/>
                  <a:pt x="1041654" y="459486"/>
                </a:cubicBezTo>
                <a:cubicBezTo>
                  <a:pt x="1042670" y="449326"/>
                  <a:pt x="1043178" y="442468"/>
                  <a:pt x="1043178" y="438912"/>
                </a:cubicBezTo>
                <a:cubicBezTo>
                  <a:pt x="1043178" y="430784"/>
                  <a:pt x="1040384" y="426720"/>
                  <a:pt x="1034796" y="426720"/>
                </a:cubicBezTo>
                <a:cubicBezTo>
                  <a:pt x="1027176" y="426720"/>
                  <a:pt x="1017143" y="435229"/>
                  <a:pt x="1004697" y="452247"/>
                </a:cubicBezTo>
                <a:cubicBezTo>
                  <a:pt x="992251" y="469265"/>
                  <a:pt x="979931" y="491744"/>
                  <a:pt x="967740" y="519684"/>
                </a:cubicBezTo>
                <a:cubicBezTo>
                  <a:pt x="955548" y="547624"/>
                  <a:pt x="945642" y="577088"/>
                  <a:pt x="938022" y="608076"/>
                </a:cubicBezTo>
                <a:cubicBezTo>
                  <a:pt x="932434" y="631952"/>
                  <a:pt x="925957" y="648081"/>
                  <a:pt x="918591" y="656463"/>
                </a:cubicBezTo>
                <a:cubicBezTo>
                  <a:pt x="911225" y="664845"/>
                  <a:pt x="899667" y="669036"/>
                  <a:pt x="883920" y="669036"/>
                </a:cubicBezTo>
                <a:cubicBezTo>
                  <a:pt x="864616" y="669036"/>
                  <a:pt x="851027" y="658876"/>
                  <a:pt x="843153" y="638556"/>
                </a:cubicBezTo>
                <a:lnTo>
                  <a:pt x="838047" y="621239"/>
                </a:lnTo>
                <a:lnTo>
                  <a:pt x="828675" y="629269"/>
                </a:lnTo>
                <a:cubicBezTo>
                  <a:pt x="822452" y="634191"/>
                  <a:pt x="816102" y="638810"/>
                  <a:pt x="809625" y="643128"/>
                </a:cubicBezTo>
                <a:cubicBezTo>
                  <a:pt x="783717" y="660400"/>
                  <a:pt x="753998" y="669036"/>
                  <a:pt x="720471" y="669036"/>
                </a:cubicBezTo>
                <a:cubicBezTo>
                  <a:pt x="616839" y="669036"/>
                  <a:pt x="565023" y="596138"/>
                  <a:pt x="565023" y="450342"/>
                </a:cubicBezTo>
                <a:cubicBezTo>
                  <a:pt x="565023" y="427990"/>
                  <a:pt x="565785" y="405384"/>
                  <a:pt x="567309" y="382524"/>
                </a:cubicBezTo>
                <a:lnTo>
                  <a:pt x="537591" y="382524"/>
                </a:lnTo>
                <a:cubicBezTo>
                  <a:pt x="522351" y="382524"/>
                  <a:pt x="512064" y="379730"/>
                  <a:pt x="506730" y="374142"/>
                </a:cubicBezTo>
                <a:cubicBezTo>
                  <a:pt x="501396" y="368554"/>
                  <a:pt x="498729" y="359664"/>
                  <a:pt x="498729" y="347472"/>
                </a:cubicBezTo>
                <a:cubicBezTo>
                  <a:pt x="498729" y="319024"/>
                  <a:pt x="510159" y="304800"/>
                  <a:pt x="533019" y="304800"/>
                </a:cubicBezTo>
                <a:lnTo>
                  <a:pt x="576453" y="304800"/>
                </a:lnTo>
                <a:cubicBezTo>
                  <a:pt x="585089" y="248920"/>
                  <a:pt x="598297" y="197866"/>
                  <a:pt x="616077" y="151638"/>
                </a:cubicBezTo>
                <a:cubicBezTo>
                  <a:pt x="633857" y="105410"/>
                  <a:pt x="655320" y="68580"/>
                  <a:pt x="680466" y="41148"/>
                </a:cubicBezTo>
                <a:cubicBezTo>
                  <a:pt x="705612" y="13716"/>
                  <a:pt x="732663" y="0"/>
                  <a:pt x="761619" y="0"/>
                </a:cubicBezTo>
                <a:close/>
              </a:path>
            </a:pathLst>
          </a:cu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F9190C-758F-908D-170E-47254F9329DA}"/>
              </a:ext>
            </a:extLst>
          </p:cNvPr>
          <p:cNvSpPr/>
          <p:nvPr/>
        </p:nvSpPr>
        <p:spPr>
          <a:xfrm>
            <a:off x="2918460" y="1630680"/>
            <a:ext cx="7025640" cy="2468880"/>
          </a:xfrm>
          <a:prstGeom prst="rect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C3A66-1806-B196-136D-B502C9F3AE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Pacifico" panose="00000500000000000000" pitchFamily="2" charset="0"/>
              </a:rPr>
              <a:t>Strain</a:t>
            </a:r>
            <a:r>
              <a:rPr lang="en-US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Hub</a:t>
            </a:r>
            <a:endParaRPr lang="en-US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A76326-9CF4-17BE-641D-E2BA708B02F1}"/>
              </a:ext>
            </a:extLst>
          </p:cNvPr>
          <p:cNvSpPr/>
          <p:nvPr/>
        </p:nvSpPr>
        <p:spPr>
          <a:xfrm>
            <a:off x="5913571" y="2764132"/>
            <a:ext cx="212437" cy="212437"/>
          </a:xfrm>
          <a:prstGeom prst="ellipse">
            <a:avLst/>
          </a:prstGeom>
          <a:solidFill>
            <a:srgbClr val="ED7D3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Badge with solid fill">
            <a:extLst>
              <a:ext uri="{FF2B5EF4-FFF2-40B4-BE49-F238E27FC236}">
                <a16:creationId xmlns:a16="http://schemas.microsoft.com/office/drawing/2014/main" id="{DB7CE884-A86A-3C5B-804E-E10807385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4072" y="2790927"/>
            <a:ext cx="457200" cy="4572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3C1642E-62A9-4310-730C-89079A5B8768}"/>
              </a:ext>
            </a:extLst>
          </p:cNvPr>
          <p:cNvSpPr/>
          <p:nvPr/>
        </p:nvSpPr>
        <p:spPr>
          <a:xfrm>
            <a:off x="7976210" y="2838014"/>
            <a:ext cx="212437" cy="212437"/>
          </a:xfrm>
          <a:prstGeom prst="ellipse">
            <a:avLst/>
          </a:prstGeom>
          <a:solidFill>
            <a:srgbClr val="ED7D31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9F5A1-DB9C-471A-6C9C-F52458A57576}"/>
              </a:ext>
            </a:extLst>
          </p:cNvPr>
          <p:cNvCxnSpPr>
            <a:cxnSpLocks/>
            <a:stCxn id="21" idx="0"/>
            <a:endCxn id="4" idx="0"/>
          </p:cNvCxnSpPr>
          <p:nvPr/>
        </p:nvCxnSpPr>
        <p:spPr>
          <a:xfrm rot="16200000" flipH="1">
            <a:off x="7014168" y="1769754"/>
            <a:ext cx="73882" cy="2062639"/>
          </a:xfrm>
          <a:prstGeom prst="curvedConnector3">
            <a:avLst>
              <a:gd name="adj1" fmla="val -391925"/>
            </a:avLst>
          </a:prstGeom>
          <a:ln w="53975">
            <a:solidFill>
              <a:schemeClr val="bg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Badge with solid fill">
            <a:extLst>
              <a:ext uri="{FF2B5EF4-FFF2-40B4-BE49-F238E27FC236}">
                <a16:creationId xmlns:a16="http://schemas.microsoft.com/office/drawing/2014/main" id="{944F810A-3DF9-3BB9-F132-39A566C26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0024" y="5545135"/>
            <a:ext cx="381004" cy="381004"/>
          </a:xfrm>
          <a:prstGeom prst="rect">
            <a:avLst/>
          </a:prstGeom>
        </p:spPr>
      </p:pic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B281EAB7-1E2F-6D47-4271-8E25FAA3738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82531" y="4821613"/>
            <a:ext cx="116697" cy="1746862"/>
          </a:xfrm>
          <a:prstGeom prst="curvedConnector3">
            <a:avLst>
              <a:gd name="adj1" fmla="val 295892"/>
            </a:avLst>
          </a:prstGeom>
          <a:ln w="53975">
            <a:solidFill>
              <a:srgbClr val="2C3E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8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24242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</vt:lpstr>
      <vt:lpstr>Pacifico</vt:lpstr>
      <vt:lpstr>Office Theme</vt:lpstr>
      <vt:lpstr>StrainHub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StrainHub</dc:title>
  <dc:creator>Colby Ford</dc:creator>
  <cp:lastModifiedBy>Colby Ford</cp:lastModifiedBy>
  <cp:revision>2</cp:revision>
  <dcterms:created xsi:type="dcterms:W3CDTF">2023-05-04T16:09:25Z</dcterms:created>
  <dcterms:modified xsi:type="dcterms:W3CDTF">2023-06-20T13:36:07Z</dcterms:modified>
</cp:coreProperties>
</file>